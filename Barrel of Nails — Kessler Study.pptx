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1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Could it trigger Kessler syndrome and render LEO unusable? A data-grounded simulation that answers with numbers, not intuition.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and, as it turns out,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scenario: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200,000-nail barrel (75×3 mm steel, 4.16 g each — 832 kg total) released into this environment, alongside a modelled field of ~1,000,000 lethal 1–10 cm fragments.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 in this deck.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 barrels add only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from 1,000 barrels (≥10 cm belt)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 strike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years. Nails flood the lethal-but-untrackable 1–10 cm field but barely feed the ≥10 cm cascade; the 100–240 range brackets how much debris small impacts throw off (breakup model as written vs NASA's LEGEND convention). By comparison, leaving just 50 dead objects a year in the belt multiplies it ×2.8.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1200–1500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altitude!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left in the 900 km belt are the real driver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object left in it steepens that: 50 a year ×2.8, 200 a year ×16. Every one is a satellite or rocket body that is never manoeuvred or deorbited, all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new satellites and rocket bodies a year going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500 derelicts a year for 50 years (~425 satellites + 75 rocket bodies).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intact objects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derelicts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Leaving 500 objects a year (satellites and rocket bodies, none deorbited) in the 700–1,100 km belt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0" name="Picture 9" descr="extreme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derelicts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derelicts,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derelicts a year added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575708"/>
            <a:ext cx="9810750" cy="701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700–1,100 km belt already grows on its own. Launch and removal policy decide its fate — and against that, a barrel of nails is a rounding error.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debris, the solar cycle, and any manoeuvring or deorbiting by added objects (each stays a derelict). Explosions: ~4 a year assumed.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2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5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Liou, Johnson &amp; Hill (2010), Acta Astronautica — active removal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2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5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Outer Space Treaty (1967);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McDowell, Jonathan's Space Report (active satellites, Sep 2026); SpaceX FCC report (manoeuvres, Jun 2026)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(data/deck_numbers.json, CLI --deck)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