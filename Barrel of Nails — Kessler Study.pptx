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space-track.org" TargetMode="External"/><Relationship Id="rId4" Type="http://schemas.openxmlformats.org/officeDocument/2006/relationships/hyperlink" Target="https://celestrak.org" TargetMode="External"/><Relationship Id="rId5" Type="http://schemas.openxmlformats.org/officeDocument/2006/relationships/hyperlink" Target="https://doi.org/10.1016/S0273-1177(01)00423-9" TargetMode="External"/><Relationship Id="rId6" Type="http://schemas.openxmlformats.org/officeDocument/2006/relationships/hyperlink" Target="https://www.lpi.usra.edu/meetings/lpsc2003/pdf/1828.pdf" TargetMode="External"/><Relationship Id="rId7" Type="http://schemas.openxmlformats.org/officeDocument/2006/relationships/hyperlink" Target="https://archive.org/details/kesslercollisionfrequency1978" TargetMode="External"/><Relationship Id="rId8" Type="http://schemas.openxmlformats.org/officeDocument/2006/relationships/hyperlink" Target="https://orbitaldebris.jsc.nasa.gov/library/sciencemag-risks-in-space-from-orbiting.pdf" TargetMode="External"/><Relationship Id="rId9" Type="http://schemas.openxmlformats.org/officeDocument/2006/relationships/hyperlink" Target="https://www.sciencedirect.com/science/article/abs/pii/S0094576509003981" TargetMode="External"/><Relationship Id="rId10" Type="http://schemas.openxmlformats.org/officeDocument/2006/relationships/hyperlink" Target="https://doi.org/10.1016/j.asr.2011.02.003" TargetMode="External"/><Relationship Id="rId11" Type="http://schemas.openxmlformats.org/officeDocument/2006/relationships/hyperlink" Target="https://conference.sdo.esoc.esa.int/proceedings/sdc6/paper/199/sdc6-paper199.pdf" TargetMode="External"/><Relationship Id="rId12" Type="http://schemas.openxmlformats.org/officeDocument/2006/relationships/hyperlink" Target="https://www.unoosa.org/unoosa/en/ourwork/spacelaw/treaties/introouterspacetreaty.html" TargetMode="External"/><Relationship Id="rId13" Type="http://schemas.openxmlformats.org/officeDocument/2006/relationships/hyperlink" Target="https://planet4589.org/space/stats/active.html" TargetMode="External"/><Relationship Id="rId14" Type="http://schemas.openxmlformats.org/officeDocument/2006/relationships/hyperlink" Target="https://www.space.com/space-exploration/satellites/every-spacex-starlink-satellite-has-to-dodge-a-collision-almost-weekly-and-experts-fear-the-worst" TargetMode="External"/><Relationship Id="rId15" Type="http://schemas.openxmlformats.org/officeDocument/2006/relationships/hyperlink" Target="https://www.orbitaldebris.jsc.nasa.gov/newsletter/pdfs/odqnv15i4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 — 50 satellites and rocket bodies a year that are never deorbited add ~12,000. Removal and disposal policy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of the injected satellites and rocket bodies.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46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99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100499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10049935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direction as NASA's LEGEND model: with no new launches LEO keeps growing (LEGEND: flat for 50 years, then up; here the belt grows from the start, ×1.15 even without explosions), and removing ~5 large objects a year stabilises it (LEGEND: 90% end-of-life disposal, no explosions, 200 years; here ~6 with explosions prevented). Counting ≥10 cm objects only, our catastrophic collisions run ~2–5× the one every 5–9 years of the six-agency IADC study (2013), which started from the smaller 2009 population. Neither allows collision avoidance.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Krisko (2011), NASA ODQN 15(4) — implementing the breakup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72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99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Outer Space Treaty (1967)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McDowell, Jonathan's Space Report (active satellites, Sep 2026)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; </a:t>
            </a: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Pultarova, Space.com (Jul 2026) — Starlink manoeuvres, from SpaceX's FCC filing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