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Liou, Johnson &amp; Hill (2010), Acta Astronautica — active removal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7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Outer Space Treaty (1967);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McDowell, Jonathan's Space Report (active satellites, Sep 2026); SpaceX FCC report (manoeuvres, Jun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