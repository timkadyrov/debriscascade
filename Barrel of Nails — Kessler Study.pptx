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1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Could it trigger Kessler syndrome and render LEO unusable? A data-grounded simulation that answers with numbers, not intuition.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and, as it turns out,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scenario: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200,000-nail barrel (75×3 mm steel, 4.16 g each — 832 kg total) released into this environment, alongside a modelled field of ~1,000,000 lethal 1–10 cm fragments.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 in this deck.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 barrels add only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from 1,000 barrels (≥10 cm belt)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 strike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years. Nails flood the lethal-but-untrackable 1–10 cm field but barely feed the ≥10 cm cascade; the 100–240 range brackets how much debris small impacts throw off (breakup model as written vs NASA's LEGEND convention). Ordinary launch traffic tips the belt for free: 50 launches a year multiply it ×2.8.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1200–1500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altitude!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Launch traffic into the 900 km belt is the real driver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700–1,100 km belt is already there: with no launches at all its ≥10 cm population grows ~36% in 50 years. Every launch into it steepens that: 50/yr multiplies it ×2.8, 200/yr ×16. These figures put every launch into the single 900 km belt — a deliberate stress test, not a realistic traffic split. A barrel of nails is nowhere on this axis.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500 launches a year into the belt,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~500 large objects a year into the belt for 50 years — mega-constellation scale, all in the wrong band.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intact objects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A launch-driven runaway fills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Sustained launch of 500 objects a year into the 700–1,100 km belt multiplies its ≥10 cm population ~87× in 50 years — the shell goes from sparse (left) to a near-opaque hazard band (right). Illustrative; densities not to scale.</a:t>
            </a:r>
          </a:p>
        </p:txBody>
      </p:sp>
      <p:pic>
        <p:nvPicPr>
          <p:cNvPr id="7" name="Picture 6" descr="extreme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8" name="Picture 7" descr="extreme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~10,000+ active satellites. Collision-avoidance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maneuvers are climbing steeply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tens of thousands per 6 months — with no traffic-management authority !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planned (Starlink, CHN…).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a few percent failing to deorbit is hundreds of dead objects.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derelicts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derelicts,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shells, NASA's LEGEND criterion — bends the belt: ~10 a year holds its ≥10 cm population flat with no new launches, ~6 if old stages are also made safe (vented, batteries discharged) so they can't explode — close to LEGEND's ~5. But launches raise the bill: at 50 a year into the belt it takes ~49 removals a year.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575708"/>
            <a:ext cx="9810750" cy="701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700–1,100 km belt already grows on its own. Launch and removal policy decide its fate — and against that, a barrel of nails is a rounding error.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 launches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 (paint, insulation), collision avoidance, the solar cycle. Explosions are an assumed ~4 a year of average size. 29,779 real LEO objects;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2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5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Liou, Johnson &amp; Hill (2010), Acta Astronautica — active removal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2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5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Outer Space Treaty (1967); PAROS / PPWT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(data/deck_numbers.json, CLI --deck)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