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doi.org/10.1029/JA083iA06p02637" TargetMode="External"/><Relationship Id="rId8" Type="http://schemas.openxmlformats.org/officeDocument/2006/relationships/hyperlink" Target="https://doi.org/10.1126/science.1121337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 — 50 satellites and rocket bodies a year that are never deorbited add ~12,000. Removal and disposal policy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of the injected satellites and rocket bodies.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100499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10049935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direction as NASA's LEGEND model: with no new launches LEO keeps growing (LEGEND: flat for 50 years, then up; here the belt grows from the start, ×1.15 even without explosions), and removing ~5 large objects a year stabilises it (LEGEND: 90% end-of-life disposal, no explosions, 200 years; here ~6 with explosions prevented). Counting ≥10 cm objects only, our catastrophic collisions run ~2–5× the one every 5–9 years of the six-agency IADC study (2013), which started from the smaller 2009 population. Neither allows collision avoidance.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