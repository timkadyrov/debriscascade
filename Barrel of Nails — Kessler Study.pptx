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2" r:id="rId32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14.xml"/><Relationship Id="rId3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Relationship Id="rId9" Type="http://schemas.openxmlformats.org/officeDocument/2006/relationships/image" Target="../media/image7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archive.org/details/kesslercollisionfrequency1978" TargetMode="External"/><Relationship Id="rId8" Type="http://schemas.openxmlformats.org/officeDocument/2006/relationships/hyperlink" Target="https://orbitaldebris.jsc.nasa.gov/library/sciencemag-risks-in-space-from-orbiting.pdf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space.com/space-exploration/satellites/every-spacex-starlink-satellite-has-to-dodge-a-collision-almost-weekly-and-experts-fear-the-worst" TargetMode="External"/><Relationship Id="rId15" Type="http://schemas.openxmlformats.org/officeDocument/2006/relationships/hyperlink" Target="https://www.orbitaldebris.jsc.nasa.gov/newsletter/pdfs/odqnv15i4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tops out +16% above the no-barrel run by ~300 barrels, and more don't raise it. The 100–240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49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27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103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 NASA's LEGEND puts ~60% of future catastrophic collisions at 900–1,000 km (Liou &amp; Johnson 2006).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32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63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53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47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~380, and no number of barrels more than ~1,800. Injecting 50 satellites and rocket bodies a year that are never deorbited adds ~12,000 — 6× the barrels' ceiling. Traffic, not the barrel, is what moves the belt — the next slides show how far.</a:t>
            </a:r>
          </a:p>
        </p:txBody>
      </p:sp>
      <p:pic>
        <p:nvPicPr>
          <p:cNvPr id="17" name="Picture 16" descr="deck_yard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satellite or rocket body injected or added to it steepens that: 50 a year ×2.8, 200 a year ×16. None is ever manoeuvred or deorbited, and all sit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13" name="Picture 12" descr="extreme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4" name="Picture 13" descr="extreme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WORKING SATELLITES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that deorbit: ×87 becomes ×4.3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Today's practice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most satellites deorbited, most conjunctions dodged.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Same traffic as the extreme case, but each satellite works for 5 years, holding its orbit and dodging tracked (≥10 cm) objects, and is then deorbited. Today's practice: 90% of satellites deorbited (the NASA/FCC/IADC benchmark; SpaceX reports over 99%), 80% of rocket bodies (ESA 2025), 90% of conjunctions avoided by the 89% that can manoeuvre (McDowell 2026). Nothing dodges 1–10 cm debris, and a hit there leaves a dead satellite. What remains comes mostly from failed disposals: at 500 a year, disposal alone gives ×5.9, avoidance alone ×78. Cube cross-check: ×3.8 (8 seeds).</a:t>
            </a:r>
          </a:p>
        </p:txBody>
      </p:sp>
      <p:pic>
        <p:nvPicPr>
          <p:cNvPr id="17" name="Picture 16" descr="deck_work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satellites and rocket bodies a year injected (never deorbited)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~1,800 objects ≥10 cm to the belt (+16%).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disposal. Deorbit 90% of satellites at end of life and even 500 a year grows the belt ×4.3, not ×87. Disposal reliability and removal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Disposal reliability sets the traffic outcome: at 500 a year, ×1.7 to ×17. Explosions set the no-launch baseline, ×1.15 to ×2.1. Cratering changes 1–10 cm results 2–3×, not the ≥10 cm belt.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 and the solar cycle. Satellites that dodge and deorbit only on the comparison slide; elsewhere added objects stay dead. Explosions ~4 a year. Order-of-magnitude only.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46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99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100499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10049935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direction as NASA's LEGEND model: with no new launches LEO keeps growing (LEGEND: flat for 50 years, then up; here the belt grows from the start, ×1.15 even without explosions), and removing ~5 large objects a year stabilises it (LEGEND: 90% end-of-life disposal, no explosions, 200 years; here ~6 with explosions prevented). Counting ≥10 cm objects only, our catastrophic collisions run ~2–5× the one every 5–9 years of the six-agency IADC study (2013), which started from the smaller 2009 population. Neither allows collision avoidance.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Krisko (2011), NASA ODQN 15(4) — implementing the breakup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72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99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Pultarova, Space.com (Jul 2026) — Starlink manoeuvres, from SpaceX's FCC filing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